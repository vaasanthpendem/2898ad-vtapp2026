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9" r:id="rId3"/>
    <p:sldId id="256" r:id="rId4"/>
    <p:sldId id="257" r:id="rId5"/>
    <p:sldId id="260" r:id="rId6"/>
    <p:sldId id="261" r:id="rId7"/>
    <p:sldId id="258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4CC2-E6D0-865B-15BC-24AAFB02C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A7F813-735B-5D01-9F5B-78D765ED4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C66D6-B5EE-7F8D-9285-233636DC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F654-E93A-450A-BACD-61064C679655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0B068-254B-0AA7-1B28-2A717D9B8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A0E89-5A3F-7CE9-F740-C14D24FD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272D-508B-4190-B4E7-74C9A617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723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0F0F9-5559-821D-E945-D205FE383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96159-DDA9-A33A-F880-BE04EA72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02818-6BAA-64E0-78C5-529918FC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F654-E93A-450A-BACD-61064C679655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6F01-FE84-29CD-5FAD-96D67C5E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154C3-19DA-CA36-26C2-1211C7AF3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272D-508B-4190-B4E7-74C9A617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72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F7B5-BBD4-210E-F838-FEB4C8AAD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41A17-D4C9-F11A-A5E3-ECBC62CFB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C0C2A-BA31-9714-D6A1-D209EB41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F654-E93A-450A-BACD-61064C679655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11DDF-43B3-D8E9-99D0-B4B689F54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1F109-52CC-957C-9275-A0DEE34B1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272D-508B-4190-B4E7-74C9A617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59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C3D2A-43FC-E2EE-059F-6392B7605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948E2-6C6B-5F9E-082C-2FE6484C0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A3142-7DCE-ABCF-3AAE-865ED53DE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5CA96-7ABE-7849-25C9-942ED544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F654-E93A-450A-BACD-61064C679655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23EFB-A1D5-D006-9862-77370F015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042AA-C9F7-7E8E-19B7-531E0F01E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272D-508B-4190-B4E7-74C9A617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82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131B0-0E38-941D-BF79-AA31B0EF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AEEB8-591F-DD41-CA86-B2E840F10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B2BDF-A589-19B3-6F6F-016276D89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84599-7074-520C-5D4C-AC515A556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A20B8-E4BA-82D3-3A1F-18D44DD83B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16C374-B99D-9EDA-EE6D-7E30409E8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F654-E93A-450A-BACD-61064C679655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BF9957-ABFD-3DA6-A178-CED5F0047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2D0C00-7921-8634-62BC-EC8AEA7C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272D-508B-4190-B4E7-74C9A617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914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BCBC-406F-B878-23D6-66639DB0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D4D417-B161-D74E-F570-5DF318716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F654-E93A-450A-BACD-61064C679655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EFAD94-B9C5-0C98-D2D0-BD4A80819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A52F3-302A-C871-6D36-A9FA45548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272D-508B-4190-B4E7-74C9A617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79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C271A-6D84-E71C-0427-A9A61E5A6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F654-E93A-450A-BACD-61064C679655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1609F6-1837-870A-5A96-A89E1833A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023B4-9077-FD77-0065-CA7626CD3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272D-508B-4190-B4E7-74C9A617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986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0443-8620-A8E4-1E58-EFB3787F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F23A4-1F3F-5663-FDA9-6D3087B33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18E7C-4D10-CAB0-662B-9A80AB07B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E0260-E034-FB14-980C-86BBC309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F654-E93A-450A-BACD-61064C679655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D5880-3088-5864-3ACA-EF6CFDFB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F64BB-4DBD-ADE1-F4C6-C874B309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272D-508B-4190-B4E7-74C9A617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830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7573-855A-0161-03B7-3F9B2534C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C6B69B-4AE4-9C29-1950-6D9CCE816B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EB468-B7C2-1421-DBC4-61B96181B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787E4-542D-AE2A-F795-E86007058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F654-E93A-450A-BACD-61064C679655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3A77F-61CF-40B3-4461-91A6C0E49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6ECA7-C4AA-DB00-2729-5E103E40D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272D-508B-4190-B4E7-74C9A617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79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B8D6-FB43-6778-3033-76580843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306FA-4008-87F3-6DD5-0BA77AC76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85D64-4CF7-3F67-09D9-F6B2917F1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F654-E93A-450A-BACD-61064C679655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252E-F74A-4129-DDAC-C9F7C3CB2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21CBE-95A8-ADDF-2B91-3504EF3F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272D-508B-4190-B4E7-74C9A617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548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76355F-25CB-D4C4-4443-35962F2045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1D893-1073-C2B5-0FB3-FA3484EE7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69570-A0CE-C73A-EB7E-2C17D688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F654-E93A-450A-BACD-61064C679655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D5230-8625-A893-BB98-A6EECADF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03E28-1C28-B0BF-DAB1-519B8D042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272D-508B-4190-B4E7-74C9A617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44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84220-27A2-058D-B99B-F49D11B92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DD212-8910-5570-2174-955C66739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941E2-C960-BFBD-B7CE-E8C08B9D1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CF654-E93A-450A-BACD-61064C679655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7BB7B-BE12-DBDB-01EA-C677978F9C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FE3B1-2153-6E6E-72DB-A00EBF8C3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F272D-508B-4190-B4E7-74C9A617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34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900477-D69A-34BB-B228-447DDFC37AE7}"/>
              </a:ext>
            </a:extLst>
          </p:cNvPr>
          <p:cNvSpPr txBox="1"/>
          <p:nvPr/>
        </p:nvSpPr>
        <p:spPr>
          <a:xfrm>
            <a:off x="2212258" y="2279821"/>
            <a:ext cx="82885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IBM Plex Sans SemiBold" panose="020B0503050203000203" pitchFamily="34" charset="0"/>
              </a:rPr>
              <a:t>2898 ए.डी: ది ಫೈನಲ್ டிரோப்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A5DAC-54EA-25A8-5AFC-ED3081CA08F2}"/>
              </a:ext>
            </a:extLst>
          </p:cNvPr>
          <p:cNvSpPr txBox="1"/>
          <p:nvPr/>
        </p:nvSpPr>
        <p:spPr>
          <a:xfrm>
            <a:off x="3598606" y="3429000"/>
            <a:ext cx="5329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2898AD- The Final Drop</a:t>
            </a:r>
          </a:p>
        </p:txBody>
      </p:sp>
    </p:spTree>
    <p:extLst>
      <p:ext uri="{BB962C8B-B14F-4D97-AF65-F5344CB8AC3E}">
        <p14:creationId xmlns:p14="http://schemas.microsoft.com/office/powerpoint/2010/main" val="1578950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90BBA6-39BE-D017-6343-B931BC078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183" y="1469461"/>
            <a:ext cx="3336823" cy="39190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946029-5BCA-2561-8D30-6A1838829146}"/>
              </a:ext>
            </a:extLst>
          </p:cNvPr>
          <p:cNvSpPr txBox="1"/>
          <p:nvPr/>
        </p:nvSpPr>
        <p:spPr>
          <a:xfrm>
            <a:off x="7603407" y="589935"/>
            <a:ext cx="267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SERUM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2C6135-D78E-6902-76C9-12642B903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240" y="1595283"/>
            <a:ext cx="3860715" cy="36674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01D17D-2EB8-E33B-8C34-354FB51B797A}"/>
              </a:ext>
            </a:extLst>
          </p:cNvPr>
          <p:cNvSpPr txBox="1"/>
          <p:nvPr/>
        </p:nvSpPr>
        <p:spPr>
          <a:xfrm>
            <a:off x="1179871" y="589935"/>
            <a:ext cx="267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SUPREME</a:t>
            </a:r>
          </a:p>
        </p:txBody>
      </p:sp>
    </p:spTree>
    <p:extLst>
      <p:ext uri="{BB962C8B-B14F-4D97-AF65-F5344CB8AC3E}">
        <p14:creationId xmlns:p14="http://schemas.microsoft.com/office/powerpoint/2010/main" val="4210842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E8AD-CD77-9E58-127C-A94F33CE9F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265FF2-66D8-89DE-2A51-0434C35767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4964F5-E419-00E6-E7FC-DF09F24C7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464"/>
            <a:ext cx="12192000" cy="59945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4F1947-F5D0-ACCD-95C5-672E1184DB5C}"/>
              </a:ext>
            </a:extLst>
          </p:cNvPr>
          <p:cNvSpPr txBox="1"/>
          <p:nvPr/>
        </p:nvSpPr>
        <p:spPr>
          <a:xfrm>
            <a:off x="3205316" y="334297"/>
            <a:ext cx="5093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KASHI</a:t>
            </a:r>
          </a:p>
        </p:txBody>
      </p:sp>
    </p:spTree>
    <p:extLst>
      <p:ext uri="{BB962C8B-B14F-4D97-AF65-F5344CB8AC3E}">
        <p14:creationId xmlns:p14="http://schemas.microsoft.com/office/powerpoint/2010/main" val="1159805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360726-CC0E-9CB9-756C-4D3DF70B6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355"/>
            <a:ext cx="12192000" cy="60806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DAF665-23A5-8BB6-1B8E-957731D55F8A}"/>
              </a:ext>
            </a:extLst>
          </p:cNvPr>
          <p:cNvSpPr txBox="1"/>
          <p:nvPr/>
        </p:nvSpPr>
        <p:spPr>
          <a:xfrm>
            <a:off x="4272116" y="137652"/>
            <a:ext cx="3647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COMPLEX</a:t>
            </a:r>
          </a:p>
        </p:txBody>
      </p:sp>
    </p:spTree>
    <p:extLst>
      <p:ext uri="{BB962C8B-B14F-4D97-AF65-F5344CB8AC3E}">
        <p14:creationId xmlns:p14="http://schemas.microsoft.com/office/powerpoint/2010/main" val="163103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3B77CF-5F8F-B3EC-6E52-282EBF5F1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775"/>
            <a:ext cx="12192000" cy="5934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1D6C26-06E8-2D76-0E97-1B27957D318D}"/>
              </a:ext>
            </a:extLst>
          </p:cNvPr>
          <p:cNvSpPr txBox="1"/>
          <p:nvPr/>
        </p:nvSpPr>
        <p:spPr>
          <a:xfrm>
            <a:off x="3726426" y="363794"/>
            <a:ext cx="4739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NEW WORLD</a:t>
            </a:r>
          </a:p>
        </p:txBody>
      </p:sp>
    </p:spTree>
    <p:extLst>
      <p:ext uri="{BB962C8B-B14F-4D97-AF65-F5344CB8AC3E}">
        <p14:creationId xmlns:p14="http://schemas.microsoft.com/office/powerpoint/2010/main" val="2029152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D3003A-0842-4AD3-F883-90512D970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5380"/>
            <a:ext cx="12192000" cy="61226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8E6AE0-AC9A-076E-80F5-6C6C4B181B18}"/>
              </a:ext>
            </a:extLst>
          </p:cNvPr>
          <p:cNvSpPr txBox="1"/>
          <p:nvPr/>
        </p:nvSpPr>
        <p:spPr>
          <a:xfrm>
            <a:off x="3824748" y="196645"/>
            <a:ext cx="4866968" cy="38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SHAMBALA</a:t>
            </a:r>
          </a:p>
        </p:txBody>
      </p:sp>
    </p:spTree>
    <p:extLst>
      <p:ext uri="{BB962C8B-B14F-4D97-AF65-F5344CB8AC3E}">
        <p14:creationId xmlns:p14="http://schemas.microsoft.com/office/powerpoint/2010/main" val="3548206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999C55-787C-4DA7-288E-A16BABAEA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916" y="1066470"/>
            <a:ext cx="7148825" cy="47250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1A1040-8882-55DD-4F4F-94EB054EFE10}"/>
              </a:ext>
            </a:extLst>
          </p:cNvPr>
          <p:cNvSpPr txBox="1"/>
          <p:nvPr/>
        </p:nvSpPr>
        <p:spPr>
          <a:xfrm>
            <a:off x="4041058" y="255639"/>
            <a:ext cx="3716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BUJJI</a:t>
            </a:r>
          </a:p>
        </p:txBody>
      </p:sp>
    </p:spTree>
    <p:extLst>
      <p:ext uri="{BB962C8B-B14F-4D97-AF65-F5344CB8AC3E}">
        <p14:creationId xmlns:p14="http://schemas.microsoft.com/office/powerpoint/2010/main" val="16035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0EC37D-606B-BA66-E7A5-6B2E67EBE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1506235"/>
            <a:ext cx="5820697" cy="3845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556DDD-7980-5670-BB6A-3DFF2ADFE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944" y="1506235"/>
            <a:ext cx="4560210" cy="39555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413C0B-1728-7B16-D776-8A58F8B35697}"/>
              </a:ext>
            </a:extLst>
          </p:cNvPr>
          <p:cNvSpPr txBox="1"/>
          <p:nvPr/>
        </p:nvSpPr>
        <p:spPr>
          <a:xfrm>
            <a:off x="3431458" y="580103"/>
            <a:ext cx="4719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RAIDERS(ARMY OF COMPLEX)</a:t>
            </a:r>
          </a:p>
        </p:txBody>
      </p:sp>
    </p:spTree>
    <p:extLst>
      <p:ext uri="{BB962C8B-B14F-4D97-AF65-F5344CB8AC3E}">
        <p14:creationId xmlns:p14="http://schemas.microsoft.com/office/powerpoint/2010/main" val="29148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27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IBM Plex Sans SemiBold</vt:lpstr>
      <vt:lpstr>Office Theme</vt:lpstr>
      <vt:lpstr>PowerPoint Presentation</vt:lpstr>
      <vt:lpstr>PowerPoint Presentation</vt:lpstr>
      <vt:lpstr>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Pendem Vaasanth</dc:creator>
  <cp:lastModifiedBy>Pendem Vaasanth</cp:lastModifiedBy>
  <cp:revision>1</cp:revision>
  <dcterms:created xsi:type="dcterms:W3CDTF">2026-08-03T04:37:23Z</dcterms:created>
  <dcterms:modified xsi:type="dcterms:W3CDTF">2026-08-03T06:18:44Z</dcterms:modified>
</cp:coreProperties>
</file>